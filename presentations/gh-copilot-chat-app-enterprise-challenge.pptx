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FB950"/>
                </a:solidFill>
              </a:defRPr>
            </a:pPr>
            <a:r>
              <a:t>gh-copilot-chat-app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</a:defRPr>
            </a:pPr>
            <a:r>
              <a:t>Enterprise-Ready Desktop Chat Interface — Powered by GitHub Copilot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</a:defRPr>
            </a:pPr>
            <a:r>
              <a:t>Why Now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Teams use Copilot across CLI, IDE, and browser — fragmented experience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No standard way to deploy a governed, desktop-first chat interface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Enterprises need policy-aware AI tools with operational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</a:defRPr>
            </a:pPr>
            <a:r>
              <a:t>What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Modern multi-session chat UI (React 19 + TypeScript)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Per-session model / mode / tool-policy controls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Web-search fallback for research-style prompts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Electron desktop packaging (Windows/macOS/Linux)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</a:defRPr>
            </a:pPr>
            <a:r>
              <a:t>Business Value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Standardize Copilot usage across the organization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Reduce context-switching and onboarding cost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Reusable pattern for customer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</a:defRPr>
            </a:pPr>
            <a:r>
              <a:t>Production Readiness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CI/CD: auto-tracking upstream CLI releases + smoke tests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Release automation: GitHub Actions → Windows ZIP + SHA256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Docs: EXE installer guide + developer quickstart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Security: .env gitignored, no secrets in repo, CI gating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</a:defRPr>
            </a:pPr>
            <a:r>
              <a:t>github.com/aktsmm/gh-copilot-chat-app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FB950"/>
                </a:solidFill>
              </a:defRPr>
            </a:pPr>
            <a:r>
              <a:t>Architecture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Electron Desktop App</a:t>
            </a:r>
            <a:br/>
            <a:r>
              <a:t>├── React Client (UI)  ◄── Socket.IO ──►  Express Server</a:t>
            </a:r>
            <a:br/>
            <a:r>
              <a:t>│                                              │</a:t>
            </a:r>
            <a:br/>
            <a:r>
              <a:t>│                                         child_process</a:t>
            </a:r>
            <a:br/>
            <a:r>
              <a:t>│                                              │</a:t>
            </a:r>
            <a:br/>
            <a:r>
              <a:t>│                                         Copilot CLI (SDK)</a:t>
            </a:r>
            <a:br/>
            <a:r>
              <a:t>│                                              │</a:t>
            </a:r>
            <a:br/>
            <a:r>
              <a:t>└──────────────────────────────────────── GitHub Copilot (AI)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Components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Client: React 19 + TypeScript — multi-session chat UI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Server: Express + Socket.IO — streams Copilot responses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Desktop: Electron — cross-platform packaging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Runtime: Copilot CLI spawned per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CI/CD Workflows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cli-release-auto-pr: detect new CLI releases → Draft PR → @copilot review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smoke-vite-server-url: lint + typecheck + unit tests on PR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release-desktop-assets: build Windows ZIP on Release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Screenshots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Advanced Mode — full chat interface with streaming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Simple Mode — lightweight conversation view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CI/CD — automated workflow test results</a:t>
            </a:r>
          </a:p>
        </p:txBody>
      </p:sp>
      <p:pic>
        <p:nvPicPr>
          <p:cNvPr id="7" name="Picture 6" descr="demo-chat-adv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577840"/>
            <a:ext cx="2926080" cy="1450797"/>
          </a:xfrm>
          <a:prstGeom prst="rect">
            <a:avLst/>
          </a:prstGeom>
        </p:spPr>
      </p:pic>
      <p:pic>
        <p:nvPicPr>
          <p:cNvPr id="8" name="Picture 7" descr="demo-simple-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577840"/>
            <a:ext cx="2926080" cy="1450797"/>
          </a:xfrm>
          <a:prstGeom prst="rect">
            <a:avLst/>
          </a:prstGeom>
        </p:spPr>
      </p:pic>
      <p:pic>
        <p:nvPicPr>
          <p:cNvPr id="9" name="Picture 8" descr="demo-workflow-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5577840"/>
            <a:ext cx="2926080" cy="17290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</a:defRPr>
            </a:pPr>
            <a:r>
              <a:t>github.com/aktsmm/gh-copilot-chat-app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